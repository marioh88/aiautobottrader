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4F46E5"/>
                </a:solidFill>
              </a:defRPr>
            </a:pPr>
            <a:r>
              <a:t>AI AutoBot Trader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Project Completion Report (100%)</a:t>
            </a:r>
          </a:p>
          <a:p>
            <a:pPr>
              <a:defRPr sz="1800"/>
            </a:pPr>
            <a:r>
              <a:t>Author: Mario Hayden</a:t>
            </a:r>
          </a:p>
          <a:p>
            <a:pPr>
              <a:defRPr sz="1800"/>
            </a:pPr>
            <a:r>
              <a:t>Date: July 27, 2026</a:t>
            </a:r>
          </a:p>
          <a:p>
            <a:pPr>
              <a:defRPr sz="1800"/>
            </a:pPr>
            <a:r>
              <a:t>Overall Completion: 100%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Project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Automated algorithmic trading with ML and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Processes live and historical OHLCV (stocks + crypto) via Alpaca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Ingests financial news via Alpaca NewsClient and scores with VADER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Loads macro sentiment from a Kaggle-style CSV export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Uses Random Forest / XGBoost plus RSI, MACD, and ATR for signals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Executes trades with dynamic / fractional position sizing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Manages risk with broker-backed ATR trailing stop-losses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Includes Streamlit dashboard, scheduler, Docker, and deploy 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Async event-driven modular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txBody>
          <a:bodyPr wrap="square" anchor="t" lIns="137160" tIns="109728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main.py</a:t>
            </a:r>
            <a:br/>
            <a:r>
              <a:t>  -&gt; bot/trading_bot.py</a:t>
            </a:r>
            <a:br/>
            <a:r>
              <a:t>       data_pipeline.py       (stock/crypto OHLCV)</a:t>
            </a:r>
            <a:br/>
            <a:r>
              <a:t>       news_sentiment.py      (Alpaca News + VADER)</a:t>
            </a:r>
            <a:br/>
            <a:r>
              <a:t>       macro_sentiment.py     (Kaggle CSV)</a:t>
            </a:r>
            <a:br/>
            <a:r>
              <a:t>       strategy_engine.py     (ML signals)</a:t>
            </a:r>
            <a:br/>
            <a:r>
              <a:t>       allocation_engine.py   (fractional sizing)</a:t>
            </a:r>
            <a:br/>
            <a:r>
              <a:t>       execution_client.py    (orders + broker stops)</a:t>
            </a:r>
            <a:br/>
            <a:r>
              <a:t>       stream_client.py       (stock/crypto WebSocket)</a:t>
            </a:r>
            <a:br/>
            <a:r>
              <a:t>       scheduler.py           (trading windows)</a:t>
            </a:r>
            <a:br/>
            <a:r>
              <a:t>       connection_manager.py  (retry / recovery)</a:t>
            </a:r>
            <a:br/>
            <a:r>
              <a:t>  dashboard_app.py           (Streamlit UI)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Feature Completion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Core trading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7772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F46E5"/>
                          </a:solidFill>
                        </a:defRPr>
                      </a:pPr>
                      <a:r>
                        <a:t>Feature /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F46E5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Modular async bot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Alpaca REST OHLCV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WebSocket live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Technical indicators (RSI/MACD/ATR)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News sentiment (VADER + crypto aliases)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Macro sentiment (Kaggle 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ML training and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F46E5"/>
                          </a:solidFill>
                        </a:defRPr>
                      </a:pPr>
                      <a:r>
                        <a:t>Order execution and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F46E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Feature Completion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UI, testing, crypto, and deployment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77724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F46E5"/>
                          </a:solidFill>
                        </a:defRPr>
                      </a:pPr>
                      <a:r>
                        <a:t>Feature /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F46E5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ATR trailing stops (broker + software)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Auto-start trading (AUTO_START)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Trading window 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Streamlit dashboard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Live market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Manual buy/sell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Backtesting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Integration / 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Crypto OHLCV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OVERALL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User Interface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Streamlit dashboard with live prices and manual trade</a:t>
            </a:r>
          </a:p>
        </p:txBody>
      </p:sp>
      <p:pic>
        <p:nvPicPr>
          <p:cNvPr id="4" name="Picture 3" descr="dashboard_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96012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Code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main.py - schedule-aware auto-start</a:t>
            </a:r>
          </a:p>
        </p:txBody>
      </p:sp>
      <p:pic>
        <p:nvPicPr>
          <p:cNvPr id="4" name="Picture 3" descr="code_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96012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Code 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bot/trading_bot.py - execution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txBody>
          <a:bodyPr wrap="square" anchor="t" lIns="137160" tIns="109728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async def execution_tick(self, symbol):</a:t>
            </a:r>
            <a:br/>
            <a:r>
              <a:t>    sentiment, macro = self._combined_sentiment(symbol)</a:t>
            </a:r>
            <a:br/>
            <a:r>
              <a:t>    frame = await self.data_pipeline.fetch_bars(symbol)</a:t>
            </a:r>
            <a:br/>
            <a:r>
              <a:t>    bar_state = self.data_pipeline.latest_bar_state(...)</a:t>
            </a:r>
            <a:br/>
            <a:r>
              <a:t>    signal = self.strategy_engine.evaluate(bar_state)</a:t>
            </a:r>
            <a:br/>
            <a:r>
              <a:t>    await self.execution_client.process_signal(signal, bar_state)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How the Bot Learns to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Offline training, then live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1. Training (offline): python train_model.py reads train_data.csv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2. Features: RSI, MACD, and news/macro sentiment_score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3. Target: short-term price direction (up = 1, down = 0)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4. Model: Random Forest (default) or XGBoost → saved as model.pkl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5. Live trading: bot computes the same features and asks model.pkl for buy/sell/hold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6. Allocation sizes the order; ATR trailing stops manage risk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7. Fallback: if the model is missing, RSI/MACD rules still trade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Note: the bot does not auto-retrain after each trade — retrain manually to improve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Frameworks and libraries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alpaca-py - market data, news, and trading API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pandas / numpy - feature engineering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scikit-learn / XGBoost - ML direction classifier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pandas-ta - RSI, MACD, ATR (with pandas fallback)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pydantic - validated market and position schemas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vaderSentiment - news headline scoring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Streamlit - web dashboard UI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python-dotenv - secure API credential management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backtrader - historical strategy backtesting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Challenges Encountered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Problems faced and how they were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Alpaca WebSocket connection limit when multiple instances ran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  -&gt; Fixed with REST polling and a reconnect circuit breaker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ML models overfit on historical data vs live markets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  -&gt; Added sentiment features and rule-based fallback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Fractional share orders rejected (GTC not allowed)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  -&gt; Switched fractional orders to DAY time-in-force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Windows wrote bot flag file with UTF-8 BOM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  -&gt; Built UTF-8-safe flag file reader/writer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pandas-ta broke on NumPy 2.x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  -&gt; Added pure-pandas indicator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Commands to verify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txBody>
          <a:bodyPr wrap="square" anchor="t" lIns="137160" tIns="109728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cd aiautobottrader</a:t>
            </a:r>
            <a:br/>
            <a:r>
              <a:t>pip install -r requirements.txt</a:t>
            </a:r>
            <a:br/>
            <a:r>
              <a:t>python train_model.py</a:t>
            </a:r>
            <a:br/>
            <a:r>
              <a:t>python main.py</a:t>
            </a:r>
            <a:br/>
            <a:r>
              <a:t>streamlit run dashboard_app.py</a:t>
            </a:r>
            <a:br/>
            <a:r>
              <a:t>python test_bot.py</a:t>
            </a:r>
            <a:br/>
            <a:r>
              <a:t>python backtest.py</a:t>
            </a:r>
            <a:br/>
            <a:r>
              <a:t>docker compose up -d --build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09160"/>
            <a:ext cx="81381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Status: crypto, scheduler, Docker deploy, and broker ATR stops complete (100%)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4F46E5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AI AutoBot Trader</a:t>
            </a:r>
          </a:p>
          <a:p>
            <a:pPr algn="ctr">
              <a:defRPr sz="2000"/>
            </a:pPr>
            <a:r>
              <a:t>Mario Hayden</a:t>
            </a:r>
          </a:p>
          <a:p>
            <a:pPr algn="ctr">
              <a:defRPr sz="2000"/>
            </a:pPr>
            <a:r>
              <a:t>100%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