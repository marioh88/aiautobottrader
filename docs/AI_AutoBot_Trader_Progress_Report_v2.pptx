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>
                <a:solidFill>
                  <a:srgbClr val="4F46E5"/>
                </a:solidFill>
              </a:defRPr>
            </a:pPr>
            <a:r>
              <a:t>AI AutoBot Trader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Project Progress Report (30%+ Milestone)</a:t>
            </a:r>
          </a:p>
          <a:p>
            <a:pPr>
              <a:defRPr sz="1800"/>
            </a:pPr>
            <a:r>
              <a:t>Author: Mario Hayden</a:t>
            </a:r>
          </a:p>
          <a:p>
            <a:pPr>
              <a:defRPr sz="1800"/>
            </a:pPr>
            <a:r>
              <a:t>Date: July 20, 2026</a:t>
            </a:r>
          </a:p>
          <a:p>
            <a:pPr>
              <a:defRPr sz="1800"/>
            </a:pPr>
            <a:r>
              <a:t>Overall Completion: ~78%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Project Description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Automated algorithmic trading with ML and sentiment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1381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Processes live and historical OHLCV bar data via Alpaca Market Data API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Ingests financial news via Alpaca NewsClient and scores headlines with VADER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Loads macro sentiment from a Kaggle-style CSV export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Uses Random Forest / XGBoost plus RSI, MACD, and ATR for short-term signals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Executes trades through Alpaca with dynamic position sizing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Manages risk with ATR trailing stop-losses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Includes a Streamlit dashboard for monitoring and manual trading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Async event-driven modular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138160" cy="438912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txBody>
          <a:bodyPr wrap="square" anchor="t" lIns="137160" tIns="109728">
            <a:spAutoFit/>
          </a:bodyPr>
          <a:lstStyle/>
          <a:p>
            <a:pPr>
              <a:defRPr sz="1300">
                <a:solidFill>
                  <a:srgbClr val="E2E8F0"/>
                </a:solidFill>
                <a:latin typeface="Consolas"/>
              </a:defRPr>
            </a:pPr>
            <a:r>
              <a:t>main.py</a:t>
            </a:r>
            <a:br/>
            <a:r>
              <a:t>  -&gt; bot/trading_bot.py</a:t>
            </a:r>
            <a:br/>
            <a:r>
              <a:t>       data_pipeline.py       (OHLCV + indicators)</a:t>
            </a:r>
            <a:br/>
            <a:r>
              <a:t>       news_sentiment.py      (Alpaca News + VADER)</a:t>
            </a:r>
            <a:br/>
            <a:r>
              <a:t>       macro_sentiment.py     (Kaggle CSV)</a:t>
            </a:r>
            <a:br/>
            <a:r>
              <a:t>       strategy_engine.py     (ML signals)</a:t>
            </a:r>
            <a:br/>
            <a:r>
              <a:t>       allocation_engine.py   (position sizing)</a:t>
            </a:r>
            <a:br/>
            <a:r>
              <a:t>       execution_client.py    (orders + stops)</a:t>
            </a:r>
            <a:br/>
            <a:r>
              <a:t>       stream_client.py       (WebSocket bars)</a:t>
            </a:r>
            <a:br/>
            <a:r>
              <a:t>       connection_manager.py  (retry / recovery)</a:t>
            </a:r>
            <a:br/>
            <a:r>
              <a:t>  dashboard_app.py           (Streamlit UI)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Feature Completion (Part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Core trading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77724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192024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F46E5"/>
                          </a:solidFill>
                        </a:defRPr>
                      </a:pPr>
                      <a:r>
                        <a:t>Feature /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F46E5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Modular async bot architecture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95%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Alpaca REST OHLCV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90%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WebSocket live streaming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70%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Technical indicators (RSI/MACD/ATR)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90%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News sentiment (VADER)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Macro sentiment (Kaggle CSV)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ML training and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F46E5"/>
                          </a:solidFill>
                        </a:defRPr>
                      </a:pPr>
                      <a:r>
                        <a:t>Order execution and allocation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4F46E5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Feature Completion (Part 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UI, testing, and remaining work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051560"/>
          <a:ext cx="777240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52160"/>
                <a:gridCol w="1920240"/>
              </a:tblGrid>
              <a:tr h="292608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F46E5"/>
                          </a:solidFill>
                        </a:defRPr>
                      </a:pPr>
                      <a:r>
                        <a:t>Feature / 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F46E5"/>
                          </a:solidFill>
                        </a:defRPr>
                      </a:pPr>
                      <a:r>
                        <a:t>Done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ATR trailing stops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Auto-start trading (AUTO_START)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90%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Streamlit dashboard 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Live market prices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90%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Manual buy/sell UI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Backtesting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75%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Integration tests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80%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Crypto OHLCV support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Production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0"/>
                      </a:pPr>
                      <a:r>
                        <a:t>10%</a:t>
                      </a:r>
                    </a:p>
                  </a:txBody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F46E5"/>
                          </a:solidFill>
                        </a:defRPr>
                      </a:pPr>
                      <a:r>
                        <a:t>OVERALL PROJECT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F46E5"/>
                          </a:solidFill>
                        </a:defRPr>
                      </a:pPr>
                      <a:r>
                        <a:t>~78%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User Interface Screenshot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Streamlit dashboard with live prices and manual trade</a:t>
            </a:r>
          </a:p>
        </p:txBody>
      </p:sp>
      <p:pic>
        <p:nvPicPr>
          <p:cNvPr id="4" name="Picture 3" descr="dashboard_ui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960120"/>
            <a:ext cx="79552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Code Screenshot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main.py - auto-start trading on launch</a:t>
            </a:r>
          </a:p>
        </p:txBody>
      </p:sp>
      <p:pic>
        <p:nvPicPr>
          <p:cNvPr id="4" name="Picture 3" descr="code_screenshot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59" y="960120"/>
            <a:ext cx="795528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Code Listing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bot/trading_bot.py - execution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138160" cy="292608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txBody>
          <a:bodyPr wrap="square" anchor="t" lIns="137160" tIns="109728">
            <a:spAutoFit/>
          </a:bodyPr>
          <a:lstStyle/>
          <a:p>
            <a:pPr>
              <a:defRPr sz="1300">
                <a:solidFill>
                  <a:srgbClr val="E2E8F0"/>
                </a:solidFill>
                <a:latin typeface="Consolas"/>
              </a:defRPr>
            </a:pPr>
            <a:r>
              <a:t>async def execution_tick(self, symbol):</a:t>
            </a:r>
            <a:br/>
            <a:r>
              <a:t>    sentiment, macro = self._combined_sentiment(symbol)</a:t>
            </a:r>
            <a:br/>
            <a:r>
              <a:t>    frame = await self.data_pipeline.fetch_bars(symbol)</a:t>
            </a:r>
            <a:br/>
            <a:r>
              <a:t>    bar_state = self.data_pipeline.latest_bar_state(...)</a:t>
            </a:r>
            <a:br/>
            <a:r>
              <a:t>    signal = self.strategy_engine.evaluate(bar_state)</a:t>
            </a:r>
            <a:br/>
            <a:r>
              <a:t>    await self.execution_client.process_signal(signal, bar_state)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Frameworks and libraries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1381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alpaca-py - market data, news, and trading API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pandas / numpy - feature engineering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scikit-learn / XGBoost - ML direction classifier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pandas-ta - RSI, MACD, ATR (with pandas fallback)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pydantic - validated market and position schemas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vaderSentiment - news headline scoring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Streamlit - web dashboard UI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python-dotenv - secure API credential management</a:t>
            </a:r>
          </a:p>
          <a:p>
            <a:pPr>
              <a:spcAft>
                <a:spcPts val="600"/>
              </a:spcAft>
              <a:defRPr sz="1500">
                <a:solidFill>
                  <a:srgbClr val="0F172A"/>
                </a:solidFill>
              </a:defRPr>
            </a:pPr>
            <a:r>
              <a:t>backtrader - historical strategy backtesting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Challenges Encountered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Problems faced and how they were resolved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138160" cy="4617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Alpaca WebSocket connection limit when multiple instances ran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  -&gt; Fixed with REST polling and a reconnect circuit breaker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ML models overfit on historical data vs live markets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  -&gt; Added sentiment features and rule-based fallback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Fractional share orders rejected (GTC not allowed)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  -&gt; Switched fractional orders to DAY time-in-force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Windows wrote bot flag file with UTF-8 BOM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  -&gt; Built UTF-8-safe flag file reader/writer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pandas-ta broke on NumPy 2.x</a:t>
            </a:r>
          </a:p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  -&gt; Added pure-pandas indicator fallback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F46E5"/>
                </a:solidFill>
              </a:defRPr>
            </a:pPr>
            <a:r>
              <a:t>How to Run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8229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64748B"/>
                </a:solidFill>
              </a:defRPr>
            </a:pPr>
            <a:r>
              <a:t>Commands to verify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8138160" cy="3200400"/>
          </a:xfrm>
          <a:prstGeom prst="rect">
            <a:avLst/>
          </a:prstGeom>
          <a:solidFill>
            <a:srgbClr val="0F172A"/>
          </a:solidFill>
          <a:ln>
            <a:solidFill>
              <a:srgbClr val="334155"/>
            </a:solidFill>
          </a:ln>
        </p:spPr>
        <p:txBody>
          <a:bodyPr wrap="square" anchor="t" lIns="137160" tIns="109728">
            <a:spAutoFit/>
          </a:bodyPr>
          <a:lstStyle/>
          <a:p>
            <a:pPr>
              <a:defRPr sz="1300">
                <a:solidFill>
                  <a:srgbClr val="E2E8F0"/>
                </a:solidFill>
                <a:latin typeface="Consolas"/>
              </a:defRPr>
            </a:pPr>
            <a:r>
              <a:t>cd aiautobottrader</a:t>
            </a:r>
            <a:br/>
            <a:r>
              <a:t>pip install -r requirements.txt</a:t>
            </a:r>
            <a:br/>
            <a:r>
              <a:t>python train_model.py</a:t>
            </a:r>
            <a:br/>
            <a:r>
              <a:t>python main.py</a:t>
            </a:r>
            <a:br/>
            <a:r>
              <a:t>streamlit run dashboard_app.py</a:t>
            </a:r>
            <a:br/>
            <a:r>
              <a:t>python test_bot.py</a:t>
            </a:r>
            <a:br/>
            <a:r>
              <a:t>python backtest.py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434840"/>
            <a:ext cx="81381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F172A"/>
                </a:solidFill>
              </a:defRPr>
            </a:pPr>
            <a:r>
              <a:t>Next steps: crypto support, paper trading by default, cloud 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>
                <a:solidFill>
                  <a:srgbClr val="4F46E5"/>
                </a:solidFill>
              </a:defRPr>
            </a:pPr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000"/>
            </a:pPr>
            <a:r>
              <a:t>AI AutoBot Trader</a:t>
            </a:r>
          </a:p>
          <a:p>
            <a:pPr algn="ctr">
              <a:defRPr sz="2000"/>
            </a:pPr>
            <a:r>
              <a:t>Mario Hayden</a:t>
            </a:r>
          </a:p>
          <a:p>
            <a:pPr algn="ctr">
              <a:defRPr sz="2000"/>
            </a:pPr>
            <a:r>
              <a:t>~78% Complete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